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c6c75104d49d1" /><Relationship Type="http://schemas.openxmlformats.org/officeDocument/2006/relationships/extended-properties" Target="/docProps/app.xml" Id="Re72a8339f24041b4" /><Relationship Type="http://schemas.openxmlformats.org/officeDocument/2006/relationships/officeDocument" Target="/ppt/presentation.xml" Id="R82d4d01d64a540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e638295e643f8"/>
  </p:sldMasterIdLst>
  <p:notesMasterIdLst>
    <p:notesMasterId xmlns:r="http://schemas.openxmlformats.org/officeDocument/2006/relationships" r:id="R5bdfbb4e4bbe488d"/>
  </p:notesMasterIdLst>
  <p:sldIdLst>
    <p:sldId xmlns:r="http://schemas.openxmlformats.org/officeDocument/2006/relationships" id="256" r:id="Re8344134a7174a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eaa11b60114149" /><Relationship Type="http://schemas.openxmlformats.org/officeDocument/2006/relationships/slideMaster" Target="/ppt/slideMasters/slideMaster1.xml" Id="R52ce638295e643f8" /><Relationship Type="http://schemas.openxmlformats.org/officeDocument/2006/relationships/notesMaster" Target="/ppt/notesMasters/notesMaster1.xml" Id="R5bdfbb4e4bbe488d" /><Relationship Type="http://schemas.openxmlformats.org/officeDocument/2006/relationships/presProps" Target="/ppt/presProps.xml" Id="R9869158833f04eab" /><Relationship Type="http://schemas.openxmlformats.org/officeDocument/2006/relationships/tableStyles" Target="/ppt/tableStyles.xml" Id="Rb8eb24601a754a9d" /><Relationship Type="http://schemas.openxmlformats.org/officeDocument/2006/relationships/slide" Target="/ppt/slides/slide1.xml" Id="Re8344134a7174a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d1c2dc62f4c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c4e7b541464b6a" /><Relationship Type="http://schemas.openxmlformats.org/officeDocument/2006/relationships/notesMaster" Target="/ppt/notesMasters/notesMaster1.xml" Id="R77b000d804e34d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75841ca0d40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115bd9eff54b77" /><Relationship Type="http://schemas.openxmlformats.org/officeDocument/2006/relationships/slideLayout" Target="/ppt/slideLayouts/slideLayout1.xml" Id="R36de27c283bc41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e27c283bc41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bef04617749f2" /><Relationship Type="http://schemas.openxmlformats.org/officeDocument/2006/relationships/notesSlide" Target="/ppt/notesSlides/notesSlide1.xml" Id="Re09e97a6d1fa47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0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aser-tagline">
            <a:extLst xmlns:a="http://schemas.openxmlformats.org/drawingml/2006/main">
              <a:ext uri="{FF2B5EF4-FFF2-40B4-BE49-F238E27FC236}">
                <a16:creationId xmlns:a16="http://schemas.microsoft.com/office/drawing/2014/main" id="{B011D28C-59F6-451E-9E15-D61C7D4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8C66C"/>
                </a:solidFill>
              </a:defRPr>
            </a:pPr>
            <a:r>
              <a:rPr sz="2250" b="1">
                <a:solidFill>
                  <a:srgbClr val="A8C66C"/>
                </a:solidFill>
              </a:rPr>
              <a:t>농장 승계의 조각을 잇다</a:t>
            </a:r>
          </a:p>
        </p:txBody>
      </p:sp>
      <p:sp>
        <p:nvSpPr>
          <p:cNvPr id="2" name="farmbaton-wordmark">
            <a:extLst xmlns:a="http://schemas.openxmlformats.org/drawingml/2006/main">
              <a:ext uri="{FF2B5EF4-FFF2-40B4-BE49-F238E27FC236}">
                <a16:creationId xmlns:a16="http://schemas.microsoft.com/office/drawing/2014/main" id="{F82344A5-3151-40A4-BC95-EBAC2123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1028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FarmBaton</a:t>
            </a:r>
          </a:p>
        </p:txBody>
      </p:sp>
      <p:sp>
        <p:nvSpPr>
          <p:cNvPr id="3" name="pause-mark">
            <a:extLst xmlns:a="http://schemas.openxmlformats.org/drawingml/2006/main">
              <a:ext uri="{FF2B5EF4-FFF2-40B4-BE49-F238E27FC236}">
                <a16:creationId xmlns:a16="http://schemas.microsoft.com/office/drawing/2014/main" id="{EC0D1CD3-96A3-4115-A68C-6CBD78D2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3148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6F8F3A"/>
                </a:solidFill>
              </a:defRPr>
            </a:pPr>
            <a:r>
              <a:rPr sz="1350">
                <a:solidFill>
                  <a:srgbClr val="6F8F3A"/>
                </a:solidFill>
              </a:rPr>
              <a:t>•   •   •</a:t>
            </a:r>
          </a:p>
        </p:txBody>
      </p:sp>
    </p:spTree>
    <p:extLst>
      <p:ext uri="{BB962C8B-B14F-4D97-AF65-F5344CB8AC3E}">
        <p14:creationId xmlns:p14="http://schemas.microsoft.com/office/powerpoint/2010/main" val="7636543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2026-07-21T08:44:20.2130000Z</dcterms:created>
  <dcterms:modified xsi:type="dcterms:W3CDTF">2026-07-21T08:44:20.2130000Z</dcterms:modified>
</coreProperties>
</file>